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</Types>
</file>

<file path=ppt/slides/_rels/slide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.png"/>
</Relationships>
</file>

<file path=ppt/slides/slide1.xml><?xml version="1.0" encoding="UTF-8" standalone="yes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<p:cNvPr id="1" name="Title 1"/><p:nvPr><p:ph type="title"/></p:nvPr></p:nvSpPr>
        <p:txBody><a:p><a:r><a:t>Convolutional Neural Network Architecture</a:t></a:r></a:p></p:txBody>
      </p:sp>
      <p:sp>
        <p:nvSpPr><p:cNvPr id="2" name="Body 1"/></p:nvPr>
        <p:txBody>
          <a:p><a:r><a:t>Figure 1: Convolutional Neural Network Architecture Diagram showing input receptive field, feature extraction conv2d kernels, spatial max pooling downsampling, and softmax classification output layer.</a:t></a:r></a:p>
        </p:txBody>
      </p:sp>
      <p:pic>
        <p:nvPicPr><p:cNvPr id="3" name="Figure 1 Diagram"/><p:nvPr/></p:nvPicPr>
        <p:blipFill><a:blip r:embed="rId2"/></p:blipFill>
        <p:spPr/>
      </p:pic>
    </p:spTree>
  </p:cSld>
</p:sld>
</file>